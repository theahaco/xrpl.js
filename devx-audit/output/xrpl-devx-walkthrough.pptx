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cebe4d8d3a44909" /><Relationship Type="http://schemas.openxmlformats.org/officeDocument/2006/relationships/extended-properties" Target="/docProps/app.xml" Id="Rf2d19c2bdfd045a6" /><Relationship Type="http://schemas.openxmlformats.org/officeDocument/2006/relationships/officeDocument" Target="/ppt/presentation.xml" Id="R60444aee74a74e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9e186cbea914c75"/>
  </p:sldMasterIdLst>
  <p:notesMasterIdLst>
    <p:notesMasterId xmlns:r="http://schemas.openxmlformats.org/officeDocument/2006/relationships" r:id="Rbc0816e0bded4273"/>
  </p:notesMasterIdLst>
  <p:sldIdLst>
    <p:sldId xmlns:r="http://schemas.openxmlformats.org/officeDocument/2006/relationships" id="256" r:id="Rfe1c5917f03d4c4a"/>
    <p:sldId xmlns:r="http://schemas.openxmlformats.org/officeDocument/2006/relationships" id="257" r:id="R950cecf26b634ea5"/>
    <p:sldId xmlns:r="http://schemas.openxmlformats.org/officeDocument/2006/relationships" id="258" r:id="Rcccd954dcad54a6c"/>
    <p:sldId xmlns:r="http://schemas.openxmlformats.org/officeDocument/2006/relationships" id="259" r:id="R1cda031038884552"/>
    <p:sldId xmlns:r="http://schemas.openxmlformats.org/officeDocument/2006/relationships" id="260" r:id="Rfd8be5601ddc4f6a"/>
    <p:sldId xmlns:r="http://schemas.openxmlformats.org/officeDocument/2006/relationships" id="261" r:id="R1a48cf5e0e184010"/>
    <p:sldId xmlns:r="http://schemas.openxmlformats.org/officeDocument/2006/relationships" id="262" r:id="R70b2f88433e24b2c"/>
    <p:sldId xmlns:r="http://schemas.openxmlformats.org/officeDocument/2006/relationships" id="263" r:id="R74c603b686cf4861"/>
    <p:sldId xmlns:r="http://schemas.openxmlformats.org/officeDocument/2006/relationships" id="264" r:id="R4bd5ea4a304444e7"/>
    <p:sldId xmlns:r="http://schemas.openxmlformats.org/officeDocument/2006/relationships" id="265" r:id="Rd45f2359095242e8"/>
    <p:sldId xmlns:r="http://schemas.openxmlformats.org/officeDocument/2006/relationships" id="266" r:id="R6ee99485ad8e4e05"/>
    <p:sldId xmlns:r="http://schemas.openxmlformats.org/officeDocument/2006/relationships" id="267" r:id="R44d87ef00d9b429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697c773f404d66" /><Relationship Type="http://schemas.openxmlformats.org/officeDocument/2006/relationships/slideMaster" Target="/ppt/slideMasters/slideMaster1.xml" Id="Rb9e186cbea914c75" /><Relationship Type="http://schemas.openxmlformats.org/officeDocument/2006/relationships/notesMaster" Target="/ppt/notesMasters/notesMaster1.xml" Id="Rbc0816e0bded4273" /><Relationship Type="http://schemas.openxmlformats.org/officeDocument/2006/relationships/presProps" Target="/ppt/presProps.xml" Id="R4742c719b3ec446a" /><Relationship Type="http://schemas.openxmlformats.org/officeDocument/2006/relationships/tableStyles" Target="/ppt/tableStyles.xml" Id="R55cdeaa0ad944c88" /><Relationship Type="http://schemas.openxmlformats.org/officeDocument/2006/relationships/slide" Target="/ppt/slides/slide1.xml" Id="Rfe1c5917f03d4c4a" /><Relationship Type="http://schemas.openxmlformats.org/officeDocument/2006/relationships/slide" Target="/ppt/slides/slide2.xml" Id="R950cecf26b634ea5" /><Relationship Type="http://schemas.openxmlformats.org/officeDocument/2006/relationships/slide" Target="/ppt/slides/slide3.xml" Id="Rcccd954dcad54a6c" /><Relationship Type="http://schemas.openxmlformats.org/officeDocument/2006/relationships/slide" Target="/ppt/slides/slide4.xml" Id="R1cda031038884552" /><Relationship Type="http://schemas.openxmlformats.org/officeDocument/2006/relationships/slide" Target="/ppt/slides/slide5.xml" Id="Rfd8be5601ddc4f6a" /><Relationship Type="http://schemas.openxmlformats.org/officeDocument/2006/relationships/slide" Target="/ppt/slides/slide6.xml" Id="R1a48cf5e0e184010" /><Relationship Type="http://schemas.openxmlformats.org/officeDocument/2006/relationships/slide" Target="/ppt/slides/slide7.xml" Id="R70b2f88433e24b2c" /><Relationship Type="http://schemas.openxmlformats.org/officeDocument/2006/relationships/slide" Target="/ppt/slides/slide8.xml" Id="R74c603b686cf4861" /><Relationship Type="http://schemas.openxmlformats.org/officeDocument/2006/relationships/slide" Target="/ppt/slides/slide9.xml" Id="R4bd5ea4a304444e7" /><Relationship Type="http://schemas.openxmlformats.org/officeDocument/2006/relationships/slide" Target="/ppt/slides/slide10.xml" Id="Rd45f2359095242e8" /><Relationship Type="http://schemas.openxmlformats.org/officeDocument/2006/relationships/slide" Target="/ppt/slides/slide11.xml" Id="R6ee99485ad8e4e05" /><Relationship Type="http://schemas.openxmlformats.org/officeDocument/2006/relationships/slide" Target="/ppt/slides/slide12.xml" Id="R44d87ef00d9b42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68c39b9cba4d8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d7dcce2cad4811" /><Relationship Type="http://schemas.openxmlformats.org/officeDocument/2006/relationships/notesMaster" Target="/ppt/notesMasters/notesMaster1.xml" Id="Rcce88c69ce4b4a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0d3ee65d2e41b0" /><Relationship Type="http://schemas.openxmlformats.org/officeDocument/2006/relationships/notesMaster" Target="/ppt/notesMasters/notesMaster1.xml" Id="R2d34c612f3e348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f7b931db5d4e7b" /><Relationship Type="http://schemas.openxmlformats.org/officeDocument/2006/relationships/notesMaster" Target="/ppt/notesMasters/notesMaster1.xml" Id="R530ff2451f80415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2b53a4f74a04f49" /><Relationship Type="http://schemas.openxmlformats.org/officeDocument/2006/relationships/notesMaster" Target="/ppt/notesMasters/notesMaster1.xml" Id="Reb5d574c5bdd4d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9fe4321c6d4112" /><Relationship Type="http://schemas.openxmlformats.org/officeDocument/2006/relationships/notesMaster" Target="/ppt/notesMasters/notesMaster1.xml" Id="Rae00db6c7cb041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1f8f10b10784f4d" /><Relationship Type="http://schemas.openxmlformats.org/officeDocument/2006/relationships/notesMaster" Target="/ppt/notesMasters/notesMaster1.xml" Id="R8bc219b9c74748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7d474f1a105485c" /><Relationship Type="http://schemas.openxmlformats.org/officeDocument/2006/relationships/notesMaster" Target="/ppt/notesMasters/notesMaster1.xml" Id="Ra75c494e18104ec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a71a467c177456c" /><Relationship Type="http://schemas.openxmlformats.org/officeDocument/2006/relationships/notesMaster" Target="/ppt/notesMasters/notesMaster1.xml" Id="R5e6b17235726423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92b03a649e24bff" /><Relationship Type="http://schemas.openxmlformats.org/officeDocument/2006/relationships/notesMaster" Target="/ppt/notesMasters/notesMaster1.xml" Id="R73d3bd08f7574b6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5da2b17cc784b5c" /><Relationship Type="http://schemas.openxmlformats.org/officeDocument/2006/relationships/notesMaster" Target="/ppt/notesMasters/notesMaster1.xml" Id="Rb96f39e32c8d47c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5282df0c1a64d79" /><Relationship Type="http://schemas.openxmlformats.org/officeDocument/2006/relationships/notesMaster" Target="/ppt/notesMasters/notesMaster1.xml" Id="R03eb4646458b4ed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139b0c74866471e" /><Relationship Type="http://schemas.openxmlformats.org/officeDocument/2006/relationships/notesMaster" Target="/ppt/notesMasters/notesMaster1.xml" Id="R9da530f1fbd846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Prepared for Ripple DevRel by aha. Meeting in two days from the approved brief, September 22 2026. Published baseline xrpl5.3.0, TypeScript5.9.3. This is an expert audit with reproducible examples, not a user study. The goal is an SDK that teaches through autocomplete, inference and useful inline documentation.</a:t>
            </a:r>
          </a:p>
          <a:p xmlns:a="http://schemas.openxmlformats.org/drawingml/2006/main">
            <a:r>
              <a:t>Sources: https://github.com/theahaco/xrpl.js/blob/aha/devx-audit-2026-09/devx-audit/output/report.md; https://github.com/theahaco/xrpl.js/blob/aha/devx-audit-2026-09/devx-audit/BRIEF.md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447 root exports include137 runtime values.69 qualified namespace members are additional, not additional root exports.18 API families have explicit review-depth records. Seven tracked TS families reviewed; four selected current-release workflows executed on isolated rippled3.4.0-rc1 with recorded amendments. Inventory is not exhaustive behavioral testing. Prior107 claims were reconciled against27 open aha proposals, not recounted as new bugs.</a:t>
            </a:r>
          </a:p>
          <a:p xmlns:a="http://schemas.openxmlformats.org/drawingml/2006/main">
            <a:r>
              <a:t>Sources: https://github.com/theahaco/xrpl.js/blob/aha/devx-audit-2026-09/devx-audit/evidence/api-coverage.md; https://github.com/theahaco/xrpl.js/blob/aha/devx-audit-2026-09/devx-audit/evidence/runtime-baseline.json; https://github.com/theahaco/xrpl.js/blob/aha/devx-audit-2026-09/devx-audit/evidence/prior-findings.md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the recurring themes, not four isolated defects. Useful transaction discriminants already work. The audit seeks continuity across a journey. TypeScript should reject locally knowable mistakes, carry the selected transaction/query model forward and teach the next step. Network state and operation success continue to require runtime checks.</a:t>
            </a:r>
          </a:p>
          <a:p xmlns:a="http://schemas.openxmlformats.org/drawingml/2006/main">
            <a:r>
              <a:t>Sources: https://github.com/theahaco/xrpl.js/blob/aha/devx-audit-2026-09/devx-audit/evidence/finding-register.md DX-01 through DX-04; https://github.com/theahaco/xrpl.js/blob/aha/devx-audit-2026-09/devx-audit/evidence/journey-baseline.json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TypeScript language-service quickInfo checks, not a fabricated IDE screenshot. Four representative package hovers had empty documentation. The candidate's retained declarations expose descriptions. The0/447 statistic concerns named root-symbol JSDoc prose, not every inherited field. Source descriptions existed for344/447. Restoring comments also exposes stale examples, so documentation needs executable checks.</a:t>
            </a:r>
          </a:p>
          <a:p xmlns:a="http://schemas.openxmlformats.org/drawingml/2006/main">
            <a:r>
              <a:t>Sources: https://github.com/theahaco/xrpl.js/blob/aha/devx-audit-2026-09/devx-audit/evidence/surface-probes.json; https://github.com/theahaco/xrpl.js/blob/aha/devx-audit-2026-09/devx-audit/evidence/surface-probes-prototype.json; https://github.com/theahaco/xrpl.js/blob/aha/devx-audit-2026-09/devx-audit/evidence/api-coverage.md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identical draft below uses satisfies Payment. On published5.3.0 it compiles because BaseTransaction extends Record&lt;string,unknown&gt;. The candidate rejects DestinationTagg and suggests DestinationTag. Separate probes verify direct generic request and submission calls, valid inputs, and Omit preserving other required fields. This is not a claim that all invalid transactions can be rejected statically.</a:t>
            </a:r>
          </a:p>
          <a:p xmlns:a="http://schemas.openxmlformats.org/drawingml/2006/main">
            <a:r>
              <a:t>Sources: https://github.com/theahaco/xrpl.js/blob/aha/devx-audit-2026-09/devx-audit/evidence/journey-baseline.json J02,J04,J15; https://github.com/theahaco/xrpl.js/blob/aha/devx-audit-2026-09/devx-audit/evidence/journey-prototype.json; existing proposals https://github.com/theahaco/xrpl.js/pull/46 and /51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literal mpt_issuance selector identifies the ledger object requested. Published5.3.0 returns a broad union. The prototype maps specific selectors to specific result types, and keeps unions when request values are broad or ambiguous. Tests explicitly retain binary response safety and API-version unions. MPTokenMetadata is optional in both versions, so its absence check remains.</a:t>
            </a:r>
          </a:p>
          <a:p xmlns:a="http://schemas.openxmlformats.org/drawingml/2006/main">
            <a:r>
              <a:t>Sources: https://github.com/theahaco/xrpl.js/blob/aha/devx-audit-2026-09/devx-audit/evidence/journey-baseline.json J06-J08,J11-J13; https://github.com/theahaco/xrpl.js/blob/aha/devx-audit-2026-09/devx-audit/evidence/journey-prototype.json; https://github.com/theahaco/xrpl-dev-portal/tree/aha/devx-audit-2026-09/_code-samples/devx-after/issue-mpt-with-metadata.ts; existing PR53 https://github.com/theahaco/xrpl.js/pull/53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current-release Send XRP example uses autofill&lt;Payment&gt; to expose optional prepared fields. The candidate infers Fee as a populated string and represents normalized Flags numerically. Wallet.sign preserves the transaction type through a branded string, and submitAndWait recovers the response transaction type. Direct typed object submissions already preserve their metadata in5.3.0; the demonstrated gap is the signed string boundary. A brand is not validation of arbitrary external blobs.</a:t>
            </a:r>
          </a:p>
          <a:p xmlns:a="http://schemas.openxmlformats.org/drawingml/2006/main">
            <a:r>
              <a:t>Sources: https://github.com/theahaco/xrpl.js/blob/aha/devx-audit-2026-09/devx-audit/evidence/journey-baseline.json J05,J10,J16; https://github.com/theahaco/xrpl.js/blob/aha/devx-audit-2026-09/devx-audit/evidence/journey-prototype.json; https://github.com/theahaco/xrpl-dev-portal/tree/aha/devx-audit-2026-09/_code-samples/devx-after/send-xrp.ts; PR55 https://github.com/theahaco/xrpl.js/pull/55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prototype validates its promised metadata shape at runtime before presenting a validated parsed response. It does not equate validation with tesSUCCESS. Domain absence checks also remain. Across four paired workflows5 parsed guards,2 ledger-kind comparisons and1 autofill generic disappear. These are source-scaffolding counts, not time-saved or quality-score claims.</a:t>
            </a:r>
          </a:p>
          <a:p xmlns:a="http://schemas.openxmlformats.org/drawingml/2006/main">
            <a:r>
              <a:t>Sources: https://github.com/theahaco/xrpl.js/blob/aha/devx-audit-2026-09/devx-audit/evidence/prototype-example-diffs.md; https://github.com/theahaco/xrpl-dev-portal/tree/aha/devx-audit-2026-09/_code-samples/devx-after/get-started.ts; https://github.com/theahaco/xrpl.js/blob/aha/devx-audit-2026-09/devx-audit/evidence/prototype-review.md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seven tracked TS families were inspected. All compile with their existing configs against5.3.0, but this hides any-based weaknesses. Strict/noUncheckedIndexedAccess exposes the Paths empty-alternative access. Four selected teaching journeys were improved and have current-release and unreleased-prototype variants. The broad original AMM example is retained, not represented as fixed. Other legacy families remain findings. The local Realm preview rendered allfour edited tutorials.</a:t>
            </a:r>
          </a:p>
          <a:p xmlns:a="http://schemas.openxmlformats.org/drawingml/2006/main">
            <a:r>
              <a:t>Sources: https://github.com/theahaco/xrpl.js/blob/aha/devx-audit-2026-09/devx-audit/evidence/portal-review.md; https://github.com/theahaco/xrpl.js/blob/aha/devx-audit-2026-09/devx-audit/evidence/portal-coverage.json; https://github.com/theahaco/xrpl.js/blob/aha/devx-audit-2026-09/devx-audit/evidence/runtime-baseline.json; https://github.com/theahaco/xrpl.js/blob/aha/devx-audit-2026-09/devx-audit/evidence/preview-status.md; https://github.com/theahaco/xrpl-dev-portal/tree/aha/devx-audit-2026-09/_code-samples/devx-after/README.md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Events: wrong explicit callbacks accepted, once payload any, local dispatch TypeError. Pagination: NFT next-page type rejects and requestAll default fails in offline preflight; default-limit mismatch reproduced using mock. Error recovery and decoded-data guidance are bounded design/type observations. MPT balance helper omits a synthetic metadata fixture. Exact-value roundtrip at9007199254740991drops adds one drop; no live loss implied. These are prioritized topics, not incidence rates.</a:t>
            </a:r>
          </a:p>
          <a:p xmlns:a="http://schemas.openxmlformats.org/drawingml/2006/main">
            <a:r>
              <a:t>Sources: https://github.com/theahaco/xrpl.js/blob/aha/devx-audit-2026-09/devx-audit/evidence/surface-findings.md SURF02-SURF07; https://github.com/theahaco/xrpl.js/blob/aha/devx-audit-2026-09/devx-audit/evidence/surface-runtime-probes.json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ship the combined prototype wholesale. Independent review rejected overconfident simulation types and premature finality handling in proposed fixes. Compatibility work includes strict-input migration, explicit extension paths, minimum TypeScript version and broad/union regression cases. Prioritize the first bounded implementation scope jointly with maintainers. Acceptance evidence should test what the developer installs and reads.</a:t>
            </a:r>
          </a:p>
          <a:p xmlns:a="http://schemas.openxmlformats.org/drawingml/2006/main">
            <a:r>
              <a:t>Sources: https://github.com/theahaco/xrpl.js/blob/aha/devx-audit-2026-09/devx-audit/output/report.md implementation roadmap; https://github.com/theahaco/xrpl.js/blob/aha/devx-audit-2026-09/devx-audit/evidence/prototype-review.md; https://github.com/theahaco/xrpl.js/blob/aha/devx-audit-2026-09/devx-audit/evidence/validation-summary.md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commercial direction, not a contracted commitment or price. Start with a bounded xrpl.js implementation phase and acceptance checks agreed by Ripple DevRel and maintainers. Establish a shared prioritized backlog, implement and verify fixes, keep examples/docs aligned, and prevent regression. The next audit phase covers xrpl-rust API and CLI discovery/help/errors/scripting. This deck is supported by the report, detailed evidence register and fork-only implementation. All external issues/PRs remain aha-owned. Hosted docs preview remains optional pending Realm-compatible infrastructure.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ce46fc812e4b2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06f7576835433a" /><Relationship Type="http://schemas.openxmlformats.org/officeDocument/2006/relationships/slideLayout" Target="/ppt/slideLayouts/slideLayout1.xml" Id="R86fc59cef4cc4b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fc59cef4cc4b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3cced7af4e4d95" /><Relationship Type="http://schemas.openxmlformats.org/officeDocument/2006/relationships/notesSlide" Target="/ppt/notesSlides/notesSlide1.xml" Id="Rc4e0e18199224c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957e12883c4aae" /><Relationship Type="http://schemas.openxmlformats.org/officeDocument/2006/relationships/notesSlide" Target="/ppt/notesSlides/notesSlide2.xml" Id="Rfe4d1d8f838443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2a4dc8ca8e484b" /><Relationship Type="http://schemas.openxmlformats.org/officeDocument/2006/relationships/notesSlide" Target="/ppt/notesSlides/notesSlide3.xml" Id="R8ffab6894eda43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61e07232cf4a80" /><Relationship Type="http://schemas.openxmlformats.org/officeDocument/2006/relationships/notesSlide" Target="/ppt/notesSlides/notesSlide4.xml" Id="Rd505cbb591da45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644001b87c48b1" /><Relationship Type="http://schemas.openxmlformats.org/officeDocument/2006/relationships/notesSlide" Target="/ppt/notesSlides/notesSlide5.xml" Id="R97191c06c21944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1733e03b446b8" /><Relationship Type="http://schemas.openxmlformats.org/officeDocument/2006/relationships/notesSlide" Target="/ppt/notesSlides/notesSlide6.xml" Id="Rf70cc282093d45c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073b1696404143" /><Relationship Type="http://schemas.openxmlformats.org/officeDocument/2006/relationships/notesSlide" Target="/ppt/notesSlides/notesSlide7.xml" Id="Rd989d4d5629f4cc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e0ddb2f63408e" /><Relationship Type="http://schemas.openxmlformats.org/officeDocument/2006/relationships/notesSlide" Target="/ppt/notesSlides/notesSlide8.xml" Id="Rbd3b8295e7e7497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82ce78ffc94e25" /><Relationship Type="http://schemas.openxmlformats.org/officeDocument/2006/relationships/notesSlide" Target="/ppt/notesSlides/notesSlide9.xml" Id="Rfc0787b14a3c41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87dcea539e456a" /><Relationship Type="http://schemas.openxmlformats.org/officeDocument/2006/relationships/notesSlide" Target="/ppt/notesSlides/notesSlide10.xml" Id="R0d5040fbfebd4c0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53d9e1e6244355" /><Relationship Type="http://schemas.openxmlformats.org/officeDocument/2006/relationships/notesSlide" Target="/ppt/notesSlides/notesSlide11.xml" Id="R66c24defa89d477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2740d32997413c" /><Relationship Type="http://schemas.openxmlformats.org/officeDocument/2006/relationships/notesSlide" Target="/ppt/notesSlides/notesSlide12.xml" Id="R3651cfc8829b4c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3F6C9-064E-4AC0-BC22-FD7950EB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xrpl.js</a:t>
            </a:r>
          </a:p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Developer experience 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77416B-3E3A-4FC1-99CE-08A0B132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ED2C2-6CE8-4694-A7FB-88FE7A1C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096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An SDK that helps developers learn</a:t>
            </a:r>
          </a:p>
          <a:p xmlns:a="http://schemas.openxmlformats.org/drawingml/2006/main">
            <a:pPr>
              <a:defRPr sz="2850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and get the next step right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7ED854-66F7-4D0A-9500-5B7E16E5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952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Published xrpl 5.3.0</a:t>
            </a:r>
          </a:p>
          <a:p xmlns:a="http://schemas.openxmlformats.org/drawingml/2006/main">
            <a:pPr>
              <a:def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22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3606433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62B7A1-8180-431A-A2B5-CAA20AB5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What the audit establishes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A5A89-65D8-4874-AAC8-7361F061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Complete inventory, selective deep evidence, explicit limits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CB4F18-E811-478F-96CB-BC998AB8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E869EB-0585-4C61-BF27-D01231B1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3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447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B0E76D-C14F-4855-9BE1-FDEB239B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Public root exports</a:t>
            </a:r>
          </a:p>
          <a:p xmlns:a="http://schemas.openxmlformats.org/drawingml/2006/main">
            <a:pPr>
              <a:def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18 API families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B82FF7-BFDB-4D7A-9496-39F3EF82A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628900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3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AC9EC7-83DB-4A79-AC72-653E9F68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829050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Existing TypeScript</a:t>
            </a:r>
          </a:p>
          <a:p xmlns:a="http://schemas.openxmlformats.org/drawingml/2006/main">
            <a:pPr>
              <a:def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example families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A12308-ED6D-411F-9EEF-5B65A1CC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28900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3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A4C5D2-BF19-4377-960A-444795B60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29050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Improved journeys</a:t>
            </a:r>
          </a:p>
          <a:p xmlns:a="http://schemas.openxmlformats.org/drawingml/2006/main">
            <a:pPr>
              <a:def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run on a local ledger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08BE72-D542-437D-BC5C-913A8320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Compiler checks, editor hovers, source review and runtime checks are distinct evidence.</a:t>
            </a:r>
          </a:p>
        </p:txBody>
      </p:sp>
    </p:spTree>
    <p:extLst>
      <p:ext uri="{BB962C8B-B14F-4D97-AF65-F5344CB8AC3E}">
        <p14:creationId xmlns:p14="http://schemas.microsoft.com/office/powerpoint/2010/main" val="18949959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D3F223-0823-4D5E-945C-5E788D2D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Where guidance breaks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3C9807-0219-434D-A1DE-163FD004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9E4880-E769-4936-A02B-DAEDDAE9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Discover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5DBFED-30B2-4E9F-8330-B44B5B44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95500"/>
            <a:ext cx="733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Existing documentation is missing from package hovers.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02D581-EC27-4C05-BF52-9964F158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Construct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942CE3-B21E-4D14-97D3-4679B51F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90850"/>
            <a:ext cx="733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Misspelled optional fields can compile.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3D247E-EBD5-4473-86C3-B03AFF5B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Prepare and sign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0C3AB3-56C5-44B5-961C-E5DC3EE9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86200"/>
            <a:ext cx="733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Known fields and transaction identity disappear.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75B68E-5901-4F73-BD62-80C81E8D5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Query and confirm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499D0-6ED0-4326-AB55-A16FD8C0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781550"/>
            <a:ext cx="733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Specific intent returns broad or uncertain answers.</a:t>
            </a:r>
          </a:p>
        </p:txBody>
      </p:sp>
    </p:spTree>
    <p:extLst>
      <p:ext uri="{BB962C8B-B14F-4D97-AF65-F5344CB8AC3E}">
        <p14:creationId xmlns:p14="http://schemas.microsoft.com/office/powerpoint/2010/main" val="11885623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02A8D5-03A2-4A38-9368-AE2F5E54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Put guidance back in the editor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BDCC6A-C2BF-4518-9873-FD24F555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The installed package should carry the knowledge already in the source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A88012-487B-411B-BD67-A051A9A5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29F4AC-5006-452A-BE29-4320689C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Published package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56D588-FCF4-4F0D-95BC-FBFAEAE3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476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client.request(...)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6092E1-E017-4704-8F71-28904F3D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762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Signature available</a:t>
            </a:r>
          </a:p>
          <a:p xmlns:a="http://schemas.openxmlformats.org/drawingml/2006/main">
            <a:pPr>
              <a:defRPr sz="24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Description absent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6638FE-6D17-4E3C-9A09-C7D02E69A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52700"/>
            <a:ext cx="508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Prototype declarations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5E1526-D471-4458-8434-B6B36182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90875"/>
            <a:ext cx="5086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client.request(...)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F46C3-F515-457D-84A2-46A1967B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95750"/>
            <a:ext cx="50863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Signature, description,</a:t>
            </a:r>
          </a:p>
          <a:p xmlns:a="http://schemas.openxmlformats.org/drawingml/2006/main">
            <a:pPr>
              <a:defRPr sz="24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parameters and examples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4FF3EF-9B22-4E08-B4C5-80329B53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95925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Verify the packed consumer artifact. Then keep the restored examples correct.</a:t>
            </a:r>
          </a:p>
        </p:txBody>
      </p:sp>
    </p:spTree>
    <p:extLst>
      <p:ext uri="{BB962C8B-B14F-4D97-AF65-F5344CB8AC3E}">
        <p14:creationId xmlns:p14="http://schemas.microsoft.com/office/powerpoint/2010/main" val="11178349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E05A19-F520-495F-92C7-00357621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Catch a typo before submission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BD48D1-7549-486C-8651-4C6DCB8A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The editor can catch locally knowable mistakes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102FC8-AC9F-4686-92E8-39FC8C98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912EC-7BE3-4774-B478-39DEDCF1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Published 5.3.0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B5212F-A401-4247-8A09-86A653409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86000"/>
            <a:ext cx="508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Unreleased aha prototype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80E64D-AB20-49D4-9DCF-51047B5F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048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payment = {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TransactionType: 'Payment',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Account: sender.address,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Destination: receiver.address,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Amount: '1000000',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DestinationTagg: 12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} satisfies Payment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849157-B7EF-4FDF-96EA-6E674AA0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50863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payment = {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TransactionType: 'Payment',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Account: sender.address,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Destination: receiver.address,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Amount: '1000000',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DestinationTagg: 12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} satisfies Payment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3F540D-7F0B-4FDC-8830-69666BDED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5048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Compiles. The misspelled field</a:t>
            </a:r>
          </a:p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receives no type error.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F3CDE5-6329-422A-9BB5-44ADA5F7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86375"/>
            <a:ext cx="5086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Rejected at the draft.</a:t>
            </a:r>
          </a:p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Did you mean DestinationTag?</a:t>
            </a:r>
          </a:p>
        </p:txBody>
      </p:sp>
    </p:spTree>
    <p:extLst>
      <p:ext uri="{BB962C8B-B14F-4D97-AF65-F5344CB8AC3E}">
        <p14:creationId xmlns:p14="http://schemas.microsoft.com/office/powerpoint/2010/main" val="9711827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E52A9F-C3F1-4A9C-9212-12717731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Let a query describe its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B58655-D849-42FB-8C96-711C7FBF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An MPT selector should lead to MPT fields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4B3C18-C6CB-4BB8-B5AF-4C54D518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2AE488-763A-4057-9EC4-5954D20E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Published 5.3.0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330693-1EBD-44C5-8F08-D8589690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86000"/>
            <a:ext cx="508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Unreleased aha prototype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19BFDD-9D51-4B2D-8D55-326B021F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048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entry = await client.request({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command: 'ledger_entry',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mpt_issuance: issuanceId,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ledger_index: 'validated'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})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entry.result.node.MPTokenMetadata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9237D4-FA3C-41B8-8FA3-8BC1CC40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50863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entry = await client.request({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command: 'ledger_entry',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mpt_issuance: issuanceId,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ledger_index: 'validated'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})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entry.result.node.MPTokenMetadata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B3C6C0-0277-4B42-AA22-C7F7E27C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5048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Property access is rejected.</a:t>
            </a:r>
          </a:p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Another kind check is needed.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54BB9F-B1ED-4DCE-9C73-3EF3027D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86375"/>
            <a:ext cx="5086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MPT fields are discoverable.</a:t>
            </a:r>
          </a:p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Optional metadata stays optional.</a:t>
            </a:r>
          </a:p>
        </p:txBody>
      </p:sp>
    </p:spTree>
    <p:extLst>
      <p:ext uri="{BB962C8B-B14F-4D97-AF65-F5344CB8AC3E}">
        <p14:creationId xmlns:p14="http://schemas.microsoft.com/office/powerpoint/2010/main" val="10510706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332DAE-A334-42CE-9E71-169CA581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Keep types through signing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1C56CF-65B6-4172-9944-9BC8D8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Preparation, signing and confirmation are one developer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10D97-AE2E-4E6B-923F-96C30356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11E4A-ACC9-43ED-8C7A-B46D8D6C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Published 5.3.0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E7898A-A6B5-4FF3-A039-56BDFF40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86000"/>
            <a:ext cx="508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Unreleased aha prototype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109A70-2BE0-4372-99D7-EEC4E65D0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048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prepared =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await client.autofill&lt;Payment&gt;(tx)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signed = sender.sign(prepared)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result = await client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.submitAndWait(signed.tx_blob)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01B06-79F4-4009-A044-BE03C79E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50863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prepared =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await client.autofill(tx)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signed = sender.sign(prepared)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result = await client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.submitAndWait(signed.tx_blob)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D4C8A1-68E0-46CC-945D-1BF005C0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5048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An explicit generic exposes Fee.</a:t>
            </a:r>
          </a:p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The signed blob loses its type.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4B8968-E88C-455F-9A56-21C90F4C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86375"/>
            <a:ext cx="5086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Fee is inferred. Payment fields</a:t>
            </a:r>
          </a:p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remain available after confirmation.</a:t>
            </a:r>
          </a:p>
        </p:txBody>
      </p:sp>
    </p:spTree>
    <p:extLst>
      <p:ext uri="{BB962C8B-B14F-4D97-AF65-F5344CB8AC3E}">
        <p14:creationId xmlns:p14="http://schemas.microsoft.com/office/powerpoint/2010/main" val="20265039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86B8A4-7B08-4737-AE99-D6A06CFD8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Keep the checks that matter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813C65-5351-4617-8F1B-0EEFA645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 validated transaction can still have a failed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04C753-FBB3-4CF1-8D12-B889805C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ECF52D-FDE8-4BBB-B25B-F08C994D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Published 5.3.0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D7048B-71AC-4CCF-9663-794B80703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86000"/>
            <a:ext cx="508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Unreleased aha prototype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3B8AA8-76F8-4BA2-889A-52206015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048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m = result.result.meta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if (!m ||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  typeof m === 'string')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throw Error('Metadata')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code = m.TransactionResult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if (code !== 'tesSUCCESS')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throw Error(code)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CF448C-8BCB-4F03-B3E8-4C00AE51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50863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m = result.result.meta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code = m.TransactionResult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if (code !== 'tesSUCCESS')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throw Error(code)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03FA8D-30DA-458E-B9A5-3B017805B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5048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Representation uncertainty</a:t>
            </a:r>
          </a:p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adds a defensive check.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7DFA9D-06AD-4B79-A003-EBBCD778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86375"/>
            <a:ext cx="5086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The success check remains.</a:t>
            </a:r>
          </a:p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Only a known guarantee moves into types.</a:t>
            </a:r>
          </a:p>
        </p:txBody>
      </p:sp>
    </p:spTree>
    <p:extLst>
      <p:ext uri="{BB962C8B-B14F-4D97-AF65-F5344CB8AC3E}">
        <p14:creationId xmlns:p14="http://schemas.microsoft.com/office/powerpoint/2010/main" val="76462792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A144CD-B8B9-4E46-B330-709E08D1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Public examples become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B32554-0973-4283-859D-EB09881F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Current-release fixes and SDK-dependent improvements are clearly separated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5A7A4F-7D52-46CC-AF1B-2CA8C4A7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5204EF-999B-4E73-B8EF-8B1DEF62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Get Started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EF7118-0405-40BB-9326-CA464278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76500"/>
            <a:ext cx="771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Input guidance, inferred replies and checked outcomes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1DEA9A-EC5A-4039-9614-047DA05B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MPT issuance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AEF2F9-8466-4CA0-BE99-13B0AE87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771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Create, inspect, update and confirm metadata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1EBA9E-25AB-4A94-9179-367DA36B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Send XRP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02D375-1F1F-4676-8BCC-7B280032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000500"/>
            <a:ext cx="771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Prepare, sign and confirm the same transaction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659978-3C70-4266-BC73-0DC18B1B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Create AMM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475DA-D2E0-45D2-AA09-DC0D6F10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62500"/>
            <a:ext cx="771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Typed setup and a checked result at each step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0229C2-2202-40EC-9CE4-0CE6BF4C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Five other legacy families and the original broad AMM example still need remediation.</a:t>
            </a:r>
          </a:p>
        </p:txBody>
      </p:sp>
    </p:spTree>
    <p:extLst>
      <p:ext uri="{BB962C8B-B14F-4D97-AF65-F5344CB8AC3E}">
        <p14:creationId xmlns:p14="http://schemas.microsoft.com/office/powerpoint/2010/main" val="16466361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D78879-5F73-4866-A610-B547B034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Apply the same standard broadly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16CE12-13CF-49C0-AA57-E2A9FEE6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D9B3A9-4AC3-49AF-AC7E-BBE5220A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Events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9DBAAB-5BCE-466D-BCBF-259FC5D0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95500"/>
            <a:ext cx="7381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Consistent payload types for on, once and aliases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ED5486-F42D-4753-9745-8A72D476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Pagination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7CA77-9160-451D-A324-CFEC1261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90850"/>
            <a:ext cx="7381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Supported commands with predictable defaults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8FF009-EFC7-4A31-AEA4-8818BF0A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Recovery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B13FA9-BC4E-4357-A68E-5D0EFC10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86200"/>
            <a:ext cx="7381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Checked error fields and validated decoding paths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059348-2B67-4552-92A1-6FC234E4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Value handling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1BD701-14CF-4A5B-9A84-738C5EB9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781550"/>
            <a:ext cx="7381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Exact values and an explicit MPT support contract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448F4E-2581-446F-AB92-E08C1B53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The register distinguishes compiler, source, mock, synthetic and ledger evidence.</a:t>
            </a:r>
          </a:p>
        </p:txBody>
      </p:sp>
    </p:spTree>
    <p:extLst>
      <p:ext uri="{BB962C8B-B14F-4D97-AF65-F5344CB8AC3E}">
        <p14:creationId xmlns:p14="http://schemas.microsoft.com/office/powerpoint/2010/main" val="15527193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311292-90B9-448A-822E-9D498FD8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Make improvement repeatable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D85FA0-5A06-4197-8B90-46022FF4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ADAC8A-3481-4B03-93CD-C8F054DD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44AAE0-4029-41E3-AA91-E072F89D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43125"/>
            <a:ext cx="971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Restore accurate guidance in the published declarations.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7FB388-DF7B-4CFC-99E6-501CDB2F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384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E9C66E-9C36-4A16-B03E-0EB7F160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38475"/>
            <a:ext cx="971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Review and release coherent input, query and lifecycle types.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5935C5-8CBC-45E8-A6ED-53977146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338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D70723-E528-45C7-9579-F863285D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33825"/>
            <a:ext cx="971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Maintain executable examples and matching tutorials.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2C44D3-781D-4AFA-A07F-EF532CED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291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000D1A-41D3-438F-8135-07B8DCDB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29175"/>
            <a:ext cx="971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Check package consumers and teaching journeys on each release.</a:t>
            </a:r>
          </a:p>
        </p:txBody>
      </p:sp>
    </p:spTree>
    <p:extLst>
      <p:ext uri="{BB962C8B-B14F-4D97-AF65-F5344CB8AC3E}">
        <p14:creationId xmlns:p14="http://schemas.microsoft.com/office/powerpoint/2010/main" val="162591173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85CC9F-73FE-44B4-A9BB-0EEFFC5D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A sustained DevX partnership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4F81D9-B9D1-48B1-8C1B-E3175180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40AC95-27DB-47C7-BB10-C0C64DB9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06203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Begin with an agreed xrpl.js implementation scope</a:t>
            </a:r>
          </a:p>
          <a:p xmlns:a="http://schemas.openxmlformats.org/drawingml/2006/main">
            <a:pPr>
              <a:defRPr sz="277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and clear release acceptance checks.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5ACAFE-11FC-4D98-9EA9-6CCA6B31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Ongoing work</a:t>
            </a:r>
          </a:p>
          <a:p xmlns:a="http://schemas.openxmlformats.org/drawingml/2006/main">
            <a:pPr>
              <a:defRPr sz="232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SDK ergonomics, examples, documentation and regression prevention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28963D-9603-4A99-936E-78C82DC5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Next audit</a:t>
            </a:r>
          </a:p>
          <a:p xmlns:a="http://schemas.openxmlformats.org/drawingml/2006/main">
            <a:pPr>
              <a:defRPr sz="21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Rust crate API and CLI developer experience</a:t>
            </a:r>
          </a:p>
        </p:txBody>
      </p:sp>
    </p:spTree>
    <p:extLst>
      <p:ext uri="{BB962C8B-B14F-4D97-AF65-F5344CB8AC3E}">
        <p14:creationId xmlns:p14="http://schemas.microsoft.com/office/powerpoint/2010/main" val="2173300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2026-09-22T16:42:32.5650000Z</dcterms:created>
  <dcterms:modified xsi:type="dcterms:W3CDTF">2026-09-22T16:42:32.5650000Z</dcterms:modified>
</coreProperties>
</file>