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5864e66c564fde" /><Relationship Type="http://schemas.openxmlformats.org/officeDocument/2006/relationships/extended-properties" Target="/docProps/app.xml" Id="R8886105838a44745" /><Relationship Type="http://schemas.openxmlformats.org/officeDocument/2006/relationships/officeDocument" Target="/ppt/presentation.xml" Id="R93ec592b706041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f338263ebe4fc3"/>
  </p:sldMasterIdLst>
  <p:notesMasterIdLst>
    <p:notesMasterId xmlns:r="http://schemas.openxmlformats.org/officeDocument/2006/relationships" r:id="Ref6bd65bb2dd4e94"/>
  </p:notesMasterIdLst>
  <p:sldIdLst>
    <p:sldId xmlns:r="http://schemas.openxmlformats.org/officeDocument/2006/relationships" id="256" r:id="R94bfa6e3d8cb477c"/>
    <p:sldId xmlns:r="http://schemas.openxmlformats.org/officeDocument/2006/relationships" id="257" r:id="R48d1be83367a4db6"/>
    <p:sldId xmlns:r="http://schemas.openxmlformats.org/officeDocument/2006/relationships" id="258" r:id="R8046767a040d4e86"/>
    <p:sldId xmlns:r="http://schemas.openxmlformats.org/officeDocument/2006/relationships" id="259" r:id="Rf329490c45114aab"/>
    <p:sldId xmlns:r="http://schemas.openxmlformats.org/officeDocument/2006/relationships" id="260" r:id="R0f04d047285a48cd"/>
    <p:sldId xmlns:r="http://schemas.openxmlformats.org/officeDocument/2006/relationships" id="261" r:id="R47500f43bd814d80"/>
    <p:sldId xmlns:r="http://schemas.openxmlformats.org/officeDocument/2006/relationships" id="262" r:id="R4c713b769d6f48cb"/>
    <p:sldId xmlns:r="http://schemas.openxmlformats.org/officeDocument/2006/relationships" id="263" r:id="R4ec9352cbe0841b7"/>
    <p:sldId xmlns:r="http://schemas.openxmlformats.org/officeDocument/2006/relationships" id="264" r:id="Rfec46f70d2ff4f82"/>
    <p:sldId xmlns:r="http://schemas.openxmlformats.org/officeDocument/2006/relationships" id="265" r:id="R7e87908a953342b3"/>
    <p:sldId xmlns:r="http://schemas.openxmlformats.org/officeDocument/2006/relationships" id="266" r:id="R22791e3ff8344588"/>
    <p:sldId xmlns:r="http://schemas.openxmlformats.org/officeDocument/2006/relationships" id="267" r:id="Rc42d0992cc9a4c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681eb679f04f50" /><Relationship Type="http://schemas.openxmlformats.org/officeDocument/2006/relationships/slideMaster" Target="/ppt/slideMasters/slideMaster1.xml" Id="R41f338263ebe4fc3" /><Relationship Type="http://schemas.openxmlformats.org/officeDocument/2006/relationships/notesMaster" Target="/ppt/notesMasters/notesMaster1.xml" Id="Ref6bd65bb2dd4e94" /><Relationship Type="http://schemas.openxmlformats.org/officeDocument/2006/relationships/presProps" Target="/ppt/presProps.xml" Id="Rccc6fd4d4a13433f" /><Relationship Type="http://schemas.openxmlformats.org/officeDocument/2006/relationships/tableStyles" Target="/ppt/tableStyles.xml" Id="R0c64b6864f9d46fa" /><Relationship Type="http://schemas.openxmlformats.org/officeDocument/2006/relationships/slide" Target="/ppt/slides/slide1.xml" Id="R94bfa6e3d8cb477c" /><Relationship Type="http://schemas.openxmlformats.org/officeDocument/2006/relationships/slide" Target="/ppt/slides/slide2.xml" Id="R48d1be83367a4db6" /><Relationship Type="http://schemas.openxmlformats.org/officeDocument/2006/relationships/slide" Target="/ppt/slides/slide3.xml" Id="R8046767a040d4e86" /><Relationship Type="http://schemas.openxmlformats.org/officeDocument/2006/relationships/slide" Target="/ppt/slides/slide4.xml" Id="Rf329490c45114aab" /><Relationship Type="http://schemas.openxmlformats.org/officeDocument/2006/relationships/slide" Target="/ppt/slides/slide5.xml" Id="R0f04d047285a48cd" /><Relationship Type="http://schemas.openxmlformats.org/officeDocument/2006/relationships/slide" Target="/ppt/slides/slide6.xml" Id="R47500f43bd814d80" /><Relationship Type="http://schemas.openxmlformats.org/officeDocument/2006/relationships/slide" Target="/ppt/slides/slide7.xml" Id="R4c713b769d6f48cb" /><Relationship Type="http://schemas.openxmlformats.org/officeDocument/2006/relationships/slide" Target="/ppt/slides/slide8.xml" Id="R4ec9352cbe0841b7" /><Relationship Type="http://schemas.openxmlformats.org/officeDocument/2006/relationships/slide" Target="/ppt/slides/slide9.xml" Id="Rfec46f70d2ff4f82" /><Relationship Type="http://schemas.openxmlformats.org/officeDocument/2006/relationships/slide" Target="/ppt/slides/slide10.xml" Id="R7e87908a953342b3" /><Relationship Type="http://schemas.openxmlformats.org/officeDocument/2006/relationships/slide" Target="/ppt/slides/slide11.xml" Id="R22791e3ff8344588" /><Relationship Type="http://schemas.openxmlformats.org/officeDocument/2006/relationships/slide" Target="/ppt/slides/slide12.xml" Id="Rc42d0992cc9a4c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f0887acc4248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dab12ec12b4ad2" /><Relationship Type="http://schemas.openxmlformats.org/officeDocument/2006/relationships/notesMaster" Target="/ppt/notesMasters/notesMaster1.xml" Id="R30526c1fcace4c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85abd50b744a31" /><Relationship Type="http://schemas.openxmlformats.org/officeDocument/2006/relationships/notesMaster" Target="/ppt/notesMasters/notesMaster1.xml" Id="R905b7672f84c4a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d6af7cd28c48eb" /><Relationship Type="http://schemas.openxmlformats.org/officeDocument/2006/relationships/notesMaster" Target="/ppt/notesMasters/notesMaster1.xml" Id="R0c8ef026cdf24b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ddf003533b4e55" /><Relationship Type="http://schemas.openxmlformats.org/officeDocument/2006/relationships/notesMaster" Target="/ppt/notesMasters/notesMaster1.xml" Id="R2f31cbe3511f45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73db05e16c41df" /><Relationship Type="http://schemas.openxmlformats.org/officeDocument/2006/relationships/notesMaster" Target="/ppt/notesMasters/notesMaster1.xml" Id="R006c2a8001244a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ef31b4a2504bd6" /><Relationship Type="http://schemas.openxmlformats.org/officeDocument/2006/relationships/notesMaster" Target="/ppt/notesMasters/notesMaster1.xml" Id="R86456ce52a1b4a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a3cb9433f645d7" /><Relationship Type="http://schemas.openxmlformats.org/officeDocument/2006/relationships/notesMaster" Target="/ppt/notesMasters/notesMaster1.xml" Id="Reececf7871144d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955dc2618b4794" /><Relationship Type="http://schemas.openxmlformats.org/officeDocument/2006/relationships/notesMaster" Target="/ppt/notesMasters/notesMaster1.xml" Id="R911cf767677846a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10e0780b0b4e62" /><Relationship Type="http://schemas.openxmlformats.org/officeDocument/2006/relationships/notesMaster" Target="/ppt/notesMasters/notesMaster1.xml" Id="R11486bbd2fb64c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dd76076c2a4210" /><Relationship Type="http://schemas.openxmlformats.org/officeDocument/2006/relationships/notesMaster" Target="/ppt/notesMasters/notesMaster1.xml" Id="Rab6364a6b86142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48a21c98a84cdf" /><Relationship Type="http://schemas.openxmlformats.org/officeDocument/2006/relationships/notesMaster" Target="/ppt/notesMasters/notesMaster1.xml" Id="R794edecdc58a4f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7f5d1f5cd3e44bd" /><Relationship Type="http://schemas.openxmlformats.org/officeDocument/2006/relationships/notesMaster" Target="/ppt/notesMasters/notesMaster1.xml" Id="Rbbcb37c4324243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Prepared for Ripple DevRel by aha. Meeting in two days from the approved brief, September 22 2026. Published baseline xrpl5.3.0, TypeScript5.9.3. This is an expert audit with reproducible examples, not a user study. The goal is an SDK that teaches through autocomplete, inference and useful inline documentation.</a:t>
            </a:r>
          </a:p>
          <a:p xmlns:a="http://schemas.openxmlformats.org/drawingml/2006/main">
            <a:r>
              <a:t>Sources: https://github.com/theahaco/xrpl.js/blob/aha/devx-audit-2026-09/devx-audit/output/report.md; https://github.com/theahaco/xrpl.js/blob/aha/devx-audit-2026-09/devx-audit/BRIEF.md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447 root exports include137 runtime values.69 qualified namespace members are additional, not additional root exports.18 API families have explicit review-depth records. Seven tracked TS families reviewed; four selected current-release workflows executed on isolated rippled3.4.0-rc1 with recorded amendments. Inventory is not exhaustive behavioral testing. Prior107 claims were reconciled against27 open aha proposals, not recounted as new bugs.</a:t>
            </a:r>
          </a:p>
          <a:p xmlns:a="http://schemas.openxmlformats.org/drawingml/2006/main">
            <a:r>
              <a:t>Sources: https://github.com/theahaco/xrpl.js/blob/aha/devx-audit-2026-09/devx-audit/evidence/api-coverage.md; https://github.com/theahaco/xrpl.js/blob/aha/devx-audit-2026-09/devx-audit/evidence/runtime-baseline.json; https://github.com/theahaco/xrpl.js/blob/aha/devx-audit-2026-09/devx-audit/evidence/prior-findings.md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recurring themes, not four isolated defects. Useful transaction discriminants already work. The audit seeks continuity across a journey. TypeScript should reject locally knowable mistakes, carry the selected transaction/query model forward and teach the next step. Network state and operation success continue to require runtime checks.</a:t>
            </a:r>
          </a:p>
          <a:p xmlns:a="http://schemas.openxmlformats.org/drawingml/2006/main">
            <a:r>
              <a:t>Sources: https://github.com/theahaco/xrpl.js/blob/aha/devx-audit-2026-09/devx-audit/evidence/finding-register.md DX-01 through DX-04; https://github.com/theahaco/xrpl.js/blob/aha/devx-audit-2026-09/devx-audit/evidence/journey-baseline.json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TypeScript language-service quickInfo checks, not a fabricated IDE screenshot. Four representative package hovers had empty documentation. The candidate's retained declarations expose descriptions. The0/447 statistic concerns named root-symbol JSDoc prose, not every inherited field. Source descriptions existed for344/447. Restoring comments also exposes stale examples, so documentation needs executable checks.</a:t>
            </a:r>
          </a:p>
          <a:p xmlns:a="http://schemas.openxmlformats.org/drawingml/2006/main">
            <a:r>
              <a:t>Sources: https://github.com/theahaco/xrpl.js/blob/aha/devx-audit-2026-09/devx-audit/evidence/surface-probes.json; https://github.com/theahaco/xrpl.js/blob/aha/devx-audit-2026-09/devx-audit/evidence/surface-probes-prototype.json; https://github.com/theahaco/xrpl.js/blob/aha/devx-audit-2026-09/devx-audit/evidence/api-coverage.md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retained published example names Payment with satisfies, but its typo still compiles because BaseTransaction extends Record&lt;string,unknown&gt;. The proposed experience passes the literal directly to submitAndWait. TransactionType drives Payment completions; DestinationTagg is rejected without an extra annotation. Separate probes verify direct generic request and submission calls, valid inputs, and Omit preserving other required fields. This is not a claim that all invalid transactions can be rejected statically.</a:t>
            </a:r>
          </a:p>
          <a:p xmlns:a="http://schemas.openxmlformats.org/drawingml/2006/main">
            <a:r>
              <a:t>Sources: https://github.com/theahaco/xrpl.js/blob/aha/devx-audit-2026-09/devx-audit/evidence/journey-baseline.json J02,J04,J15; https://github.com/theahaco/xrpl.js/blob/aha/devx-audit-2026-09/devx-audit/evidence/journey-prototype.json; existing proposals https://github.com/theahaco/xrpl.js/pull/46 and /51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literal mpt_issuance selector identifies the ledger object requested. Published5.3.0 returns a broad union. The prototype maps specific selectors to specific result types, and keeps unions when request values are broad or ambiguous. Tests explicitly retain binary response safety and API-version unions. MPTokenMetadata is optional in both versions, so its absence check remains.</a:t>
            </a:r>
          </a:p>
          <a:p xmlns:a="http://schemas.openxmlformats.org/drawingml/2006/main">
            <a:r>
              <a:t>Sources: https://github.com/theahaco/xrpl.js/blob/aha/devx-audit-2026-09/devx-audit/evidence/journey-baseline.json J06-J08,J11-J13; https://github.com/theahaco/xrpl.js/blob/aha/devx-audit-2026-09/devx-audit/evidence/journey-prototype.json; https://github.com/theahaco/xrpl-dev-portal/tree/aha/devx-audit-2026-09/_code-samples/devx-after/issue-mpt-with-metadata.ts; existing PR53 https://github.com/theahaco/xrpl.js/pull/53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current-release Send XRP example uses autofill&lt;Payment&gt; to expose optional prepared fields. The candidate infers Fee as a populated string and represents normalized Flags numerically. Wallet.sign preserves the transaction type through a branded string, and submitAndWait recovers the response transaction type. Direct typed object submissions already preserve their metadata in5.3.0; the demonstrated gap is the signed string boundary. A brand is not validation of arbitrary external blobs.</a:t>
            </a:r>
          </a:p>
          <a:p xmlns:a="http://schemas.openxmlformats.org/drawingml/2006/main">
            <a:r>
              <a:t>Sources: https://github.com/theahaco/xrpl.js/blob/aha/devx-audit-2026-09/devx-audit/evidence/journey-baseline.json J05,J10,J16; https://github.com/theahaco/xrpl.js/blob/aha/devx-audit-2026-09/devx-audit/evidence/journey-prototype.json; https://github.com/theahaco/xrpl-dev-portal/tree/aha/devx-audit-2026-09/_code-samples/devx-after/send-xrp.ts; PR55 https://github.com/theahaco/xrpl.js/pull/55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prototype validates its promised metadata shape at runtime before presenting a validated parsed response. It does not equate validation with tesSUCCESS. Domain absence checks also remain. Across four paired workflows5 parsed guards,2 ledger-kind comparisons and1 autofill generic disappear. Getting Started also removes2 satisfies clauses and1 redundant validate call. The main walkthrough now uses the prototype; its5.3.0 comparison is retained separately. Five editor checks and positive/negative real-ledger Getting Started runs pass. These are source-scaffolding counts, not time-saved or quality-score claims.</a:t>
            </a:r>
          </a:p>
          <a:p xmlns:a="http://schemas.openxmlformats.org/drawingml/2006/main">
            <a:r>
              <a:t>Sources: https://github.com/theahaco/xrpl.js/blob/aha/devx-audit-2026-09/devx-audit/evidence/prototype-example-diffs.md; https://github.com/theahaco/xrpl-dev-portal/tree/aha/devx-audit-2026-09/_code-samples/devx-after/get-started.ts; https://github.com/theahaco/xrpl.js/blob/aha/devx-audit-2026-09/devx-audit/evidence/prototype-review.md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seven tracked TS families were inspected. All compile with their existing configs against5.3.0, but this hides any-based weaknesses. Strict/noUncheckedIndexedAccess exposes the Paths empty-alternative access. Four selected teaching journeys were improved and have current-release and unreleased-prototype variants. The broad original AMM example is retained, not represented as fixed. Other legacy families remain findings. The local Realm preview rendered allfour edited tutorials.</a:t>
            </a:r>
          </a:p>
          <a:p xmlns:a="http://schemas.openxmlformats.org/drawingml/2006/main">
            <a:r>
              <a:t>Sources: https://github.com/theahaco/xrpl.js/blob/aha/devx-audit-2026-09/devx-audit/evidence/portal-review.md; https://github.com/theahaco/xrpl.js/blob/aha/devx-audit-2026-09/devx-audit/evidence/portal-coverage.json; https://github.com/theahaco/xrpl.js/blob/aha/devx-audit-2026-09/devx-audit/evidence/runtime-baseline.json; https://github.com/theahaco/xrpl.js/blob/aha/devx-audit-2026-09/devx-audit/evidence/preview-status.md; https://github.com/theahaco/xrpl-dev-portal/tree/aha/devx-audit-2026-09/_code-samples/devx-after/README.md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Events: wrong explicit callbacks accepted, once payload any, local dispatch TypeError. Pagination: NFT next-page type rejects and requestAll default fails in offline preflight; default-limit mismatch reproduced using mock. Error recovery and decoded-data guidance are bounded design/type observations. MPT balance helper omits a synthetic metadata fixture. Exact-value roundtrip at9007199254740991drops adds one drop; no live loss implied. These are prioritized topics, not incidence rates.</a:t>
            </a:r>
          </a:p>
          <a:p xmlns:a="http://schemas.openxmlformats.org/drawingml/2006/main">
            <a:r>
              <a:t>Sources: https://github.com/theahaco/xrpl.js/blob/aha/devx-audit-2026-09/devx-audit/evidence/surface-findings.md SURF02-SURF07; https://github.com/theahaco/xrpl.js/blob/aha/devx-audit-2026-09/devx-audit/evidence/surface-runtime-probes.json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ship the combined prototype wholesale. Independent review rejected overconfident simulation types and premature finality handling in proposed fixes. Compatibility work includes strict-input migration, explicit extension paths, minimum TypeScript version and broad/union regression cases. Prioritize the first bounded implementation scope jointly with maintainers. Acceptance evidence should test what the developer installs and reads.</a:t>
            </a:r>
          </a:p>
          <a:p xmlns:a="http://schemas.openxmlformats.org/drawingml/2006/main">
            <a:r>
              <a:t>Sources: https://github.com/theahaco/xrpl.js/blob/aha/devx-audit-2026-09/devx-audit/output/report.md implementation roadmap; https://github.com/theahaco/xrpl.js/blob/aha/devx-audit-2026-09/devx-audit/evidence/prototype-review.md; https://github.com/theahaco/xrpl.js/blob/aha/devx-audit-2026-09/devx-audit/evidence/validation-summary.md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commercial direction, not a contracted commitment or price. Start with a bounded xrpl.js implementation phase and acceptance checks agreed by Ripple DevRel and maintainers. Establish a shared prioritized backlog, implement and verify fixes, keep examples/docs aligned, and prevent regression. The next audit phase covers xrpl-rust API and CLI discovery/help/errors/scripting. This deck is supported by the report, detailed evidence register and fork-only implementation. All external issues/PRs remain aha-owned. Hosted docs preview remains optional pending Realm-compatible infrastructure.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d36915cc74d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126c25f8448b9" /><Relationship Type="http://schemas.openxmlformats.org/officeDocument/2006/relationships/slideLayout" Target="/ppt/slideLayouts/slideLayout1.xml" Id="R7a017d10b17f4d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017d10b17f4d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d4d4a68654091" /><Relationship Type="http://schemas.openxmlformats.org/officeDocument/2006/relationships/notesSlide" Target="/ppt/notesSlides/notesSlide1.xml" Id="R0889281cea0549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6346a00724df7" /><Relationship Type="http://schemas.openxmlformats.org/officeDocument/2006/relationships/notesSlide" Target="/ppt/notesSlides/notesSlide2.xml" Id="R3d55b952ac5647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03359ada044f5" /><Relationship Type="http://schemas.openxmlformats.org/officeDocument/2006/relationships/notesSlide" Target="/ppt/notesSlides/notesSlide3.xml" Id="R440ed6aa389748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529446cf4d5e" /><Relationship Type="http://schemas.openxmlformats.org/officeDocument/2006/relationships/notesSlide" Target="/ppt/notesSlides/notesSlide4.xml" Id="R316c33b0c3c344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37eef4a7b46c7" /><Relationship Type="http://schemas.openxmlformats.org/officeDocument/2006/relationships/notesSlide" Target="/ppt/notesSlides/notesSlide5.xml" Id="R3ef45d5677f342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60cc1d1c8482d" /><Relationship Type="http://schemas.openxmlformats.org/officeDocument/2006/relationships/notesSlide" Target="/ppt/notesSlides/notesSlide6.xml" Id="Rf872a7888b2c4e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ed466d3b74281" /><Relationship Type="http://schemas.openxmlformats.org/officeDocument/2006/relationships/notesSlide" Target="/ppt/notesSlides/notesSlide7.xml" Id="R53d43f061e0d4f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17a551ea54891" /><Relationship Type="http://schemas.openxmlformats.org/officeDocument/2006/relationships/notesSlide" Target="/ppt/notesSlides/notesSlide8.xml" Id="Rf6778bb5aaac4f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3acd0bef94d34" /><Relationship Type="http://schemas.openxmlformats.org/officeDocument/2006/relationships/notesSlide" Target="/ppt/notesSlides/notesSlide9.xml" Id="R87932864ecaf41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f9ed0052f4191" /><Relationship Type="http://schemas.openxmlformats.org/officeDocument/2006/relationships/notesSlide" Target="/ppt/notesSlides/notesSlide10.xml" Id="R5a738bdc9b064d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8e45c36954d7f" /><Relationship Type="http://schemas.openxmlformats.org/officeDocument/2006/relationships/notesSlide" Target="/ppt/notesSlides/notesSlide11.xml" Id="R841e542bbb284f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f42330da046a4" /><Relationship Type="http://schemas.openxmlformats.org/officeDocument/2006/relationships/notesSlide" Target="/ppt/notesSlides/notesSlide12.xml" Id="R611054d9fc0b4d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B3E0D-0A86-475C-8333-6440C07C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xrpl.js</a:t>
            </a:r>
          </a:p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Developer experience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31F58-716D-4E0F-8F53-72442302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1112A-2C6A-4D1F-9010-5B6B14C5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09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 SDK that helps developers learn</a:t>
            </a:r>
          </a:p>
          <a:p xmlns:a="http://schemas.openxmlformats.org/drawingml/2006/main">
            <a:pPr>
              <a:def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and get the next step right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506ED-EDBD-4D46-B276-AD8C2DCA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xrpl 5.3.0</a:t>
            </a:r>
          </a:p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22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422637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74C74-BBA8-43C1-A4E4-08FBBCE2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What the audit establishes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71178-BF23-487D-BB8F-C81273CC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Complete inventory, selective deep evidence, explicit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60BDA-259C-4EB9-911D-CC455EC3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A27848-EA0B-4F9B-9E1B-3295BA50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447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A72B3-6D1D-4940-93B2-7D8AE242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Public root exports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18 API families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4511A-5165-4B0B-99D4-32E12B90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16E95-5A13-4531-B292-FEAC4A2C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Existing TypeScript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example families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899AA3-A5A3-4C35-8EE4-47DE00C0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28900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08BFF-572C-49B3-89A9-112C43B7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290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Improved journeys</a:t>
            </a:r>
          </a:p>
          <a:p xmlns:a="http://schemas.openxmlformats.org/drawingml/2006/main">
            <a:pPr>
              <a:def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run on a local ledger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E9DCCD-33D4-4B52-BD2A-7E9F4ABD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Compiler checks, editor hovers, source review and runtime checks are distinct evidence.</a:t>
            </a:r>
          </a:p>
        </p:txBody>
      </p:sp>
    </p:spTree>
    <p:extLst>
      <p:ext uri="{BB962C8B-B14F-4D97-AF65-F5344CB8AC3E}">
        <p14:creationId xmlns:p14="http://schemas.microsoft.com/office/powerpoint/2010/main" val="11835618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CA4CE-FF9C-42A5-92A2-9DBCC50D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Where guidance breaks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191A0-5301-4B9E-966A-EB9E5531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AF501-7F17-4B5D-8FCE-3012B7E0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Discover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643E5C-2626-4E6E-963F-D6BE25D3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Existing documentation is missing from package hovers.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7D622-4565-41E1-92E1-6BA09BC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Construct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483C9-28CF-4428-BCC1-E63E8903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Misspelled optional fields can compile.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0A4FD-5B99-4A8F-9F40-F8BCD052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Prepare and 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5A1CE-AA8C-434F-9969-3D646047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8620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Known fields and transaction identity disappear.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2C485-DBD7-4AFE-BEEA-B9E47646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Query and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FD16D-6310-47DA-8D75-5E788B8B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33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Specific intent returns broad or uncertain answers.</a:t>
            </a:r>
          </a:p>
        </p:txBody>
      </p:sp>
    </p:spTree>
    <p:extLst>
      <p:ext uri="{BB962C8B-B14F-4D97-AF65-F5344CB8AC3E}">
        <p14:creationId xmlns:p14="http://schemas.microsoft.com/office/powerpoint/2010/main" val="7703528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2A355-E9C9-4515-9AC2-86A9006E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Put guidance back in the editor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DEDC3D-E548-4226-858F-7E49B0EE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installed package should carry the knowledge already in the source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B1909-6087-431E-879F-50F13621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C24F0-60CB-418D-BE0E-DCCC93F9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8E55C-1C1F-45DA-9978-993DA829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client.request(...)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DDDF7-430B-4EE8-9D30-8138C673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76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Signature available</a:t>
            </a:r>
          </a:p>
          <a:p xmlns:a="http://schemas.openxmlformats.org/drawingml/2006/main">
            <a:pPr>
              <a:def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Description absent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CCE43D-0CA8-48A0-AA8C-3C97FE27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Prototype declarations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886A2-C4E8-42A5-A6D5-DC7E8893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90875"/>
            <a:ext cx="50863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client.request(...)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5D5C5-C209-4522-A5E1-57560941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50863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Signature, description,</a:t>
            </a:r>
          </a:p>
          <a:p xmlns:a="http://schemas.openxmlformats.org/drawingml/2006/main">
            <a:pPr>
              <a:def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parameters and examples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E2763-CA66-4083-9A97-28C8AEBF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Verify the packed consumer artifact. Then keep the restored examples correct.</a:t>
            </a:r>
          </a:p>
        </p:txBody>
      </p:sp>
    </p:spTree>
    <p:extLst>
      <p:ext uri="{BB962C8B-B14F-4D97-AF65-F5344CB8AC3E}">
        <p14:creationId xmlns:p14="http://schemas.microsoft.com/office/powerpoint/2010/main" val="4496713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DC655-6C06-48BF-985B-45799D87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Catch a typo before submission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77416-3BFE-4905-A6E4-6E6DBEE1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editor can catch locally knowable mistakes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41CD29-669C-48CD-94F3-016F4C7C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31819-26EF-4ADD-8BAB-595C8C92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20B02-D2E4-476C-B475-14AA977E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B1DDE-A80D-4FB9-BF81-C2136B4D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payment = 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TransactionType: 'Payment',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Account: sender.address,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Destination: receiver.address,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Amount: '1000000',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DestinationTagg: 12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 satisfies Payment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162748-2697-44B7-83D1-C10F50E3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await client.submitAndWait({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TransactionType: 'Payment',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Account: sender.address,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Destination: to.address,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Amount: '1000000',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DestinationTagg: 12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}, { wallet: sender 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946C5F-4609-4220-88AB-4B35C5D1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Compiles. The misspelled field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receives no type error.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498971-ADE3-430B-BF06-4B0F5EB5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Payment guides the fields.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The typo is rejected at the call.</a:t>
            </a:r>
          </a:p>
        </p:txBody>
      </p:sp>
    </p:spTree>
    <p:extLst>
      <p:ext uri="{BB962C8B-B14F-4D97-AF65-F5344CB8AC3E}">
        <p14:creationId xmlns:p14="http://schemas.microsoft.com/office/powerpoint/2010/main" val="270035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43491-1F9F-4154-B651-354F1B88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Let a query describe its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0D3B9-9DEF-4C7E-8B76-32C7128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 MPT selector should lead to MPT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E21C7-73C1-43C5-A844-93E3BA76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818FD-EB4F-4A9E-A0D4-C88A7A31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63050-B3FA-4902-B65E-52612E53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52E27-4944-4970-9104-233FDF76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entry = await client.request({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command: 'ledger_entry',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mpt_issuance: issuanceId,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ledger_index: 'validated'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entry.result.node.MPTokenMetadata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43DF2D-1C3C-4805-986A-0DB629B83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entry = await client.request({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command: 'ledger_entry',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mpt_issuance: issuanceId,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ledger_index: 'validated'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})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entry.result.node.MPTokenMetadata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EA8D6-5923-4B91-B27B-68A62EFB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Property access is rejected.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Another kind check is needed.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937EA-AAA8-4A0D-9D77-87B6F88B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MPT fields are discoverable.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Optional metadata stays optional.</a:t>
            </a:r>
          </a:p>
        </p:txBody>
      </p:sp>
    </p:spTree>
    <p:extLst>
      <p:ext uri="{BB962C8B-B14F-4D97-AF65-F5344CB8AC3E}">
        <p14:creationId xmlns:p14="http://schemas.microsoft.com/office/powerpoint/2010/main" val="480796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BA2A90-A43D-4836-A066-C77437FC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Keep types through signing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3D771-20A0-4C37-A710-D1CA111E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Preparation, signing and confirmation are one developer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63CEF-D626-4132-891D-FA65B289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9EC6B-26DD-4437-A453-8E456B84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6FFC9-A4E4-4CEC-A012-E2C57498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C4F3D-60BF-4A18-BF63-587CF17D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prepared =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await client.autofill&lt;Payment&gt;(tx)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signed = sender.sign(prepared)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result = await client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.submitAndWait(signed.tx_blob)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721CF-9CB6-4FA2-BFF5-64218B2E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prepared =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await client.autofill(tx)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signed = sender.sign(prepared)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result = await client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.submitAndWait(signed.tx_blob)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D4E27-3003-4974-B5B4-6263ECD6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An explicit generic exposes Fee.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signed blob loses its type.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521D29-4663-49FD-87F1-33E24508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Fee is inferred. Payment fields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remain available after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9901524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CD95F-D2DE-4048-8F82-0E56A756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Keep the checks that matter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231D5-43B6-4A5A-9745-C45F6484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 validated transaction can still have a failed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4D134-256D-4DCE-AE45-D42662B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8C996-795F-45EF-8851-2A5B2DC9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Published 5.3.0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E1756-7C6C-487F-B650-69899F93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86000"/>
            <a:ext cx="508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Unreleased aha prototype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072F2-BC79-43A1-8214-A2587FAF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048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m = result.result.meta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(!m ||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  typeof m === 'string')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Error('Metadata')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code = m.TransactionResult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(code !== 'tesSUCCESS')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Error(code)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985832-1CC0-4252-9ABC-3F0FC17B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50863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m = result.result.meta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const code = m.TransactionResult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if (code !== 'tesSUCCESS')</a:t>
            </a:r>
          </a:p>
          <a:p xmlns:a="http://schemas.openxmlformats.org/drawingml/2006/main">
            <a:pPr>
              <a:defRPr sz="1725" b="0">
                <a:solidFill>
                  <a:srgbClr val="172F3F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172F3F"/>
                </a:solidFill>
                <a:latin typeface="Menlo"/>
                <a:ea typeface="Menlo"/>
                <a:cs typeface="Menlo"/>
              </a:rPr>
              <a:t>  throw Error(code)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2D0BD-BFE6-4339-8955-6725CC52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504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Representation uncertainty</a:t>
            </a:r>
          </a:p>
          <a:p xmlns:a="http://schemas.openxmlformats.org/drawingml/2006/main">
            <a:pPr>
              <a:def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adds a defensive check.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90F73E-A434-4F6F-BD55-FAE8EFEE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5086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The success check remains.</a:t>
            </a:r>
          </a:p>
          <a:p xmlns:a="http://schemas.openxmlformats.org/drawingml/2006/main">
            <a:pPr>
              <a:def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Only a known guarantee moves into types.</a:t>
            </a:r>
          </a:p>
        </p:txBody>
      </p:sp>
    </p:spTree>
    <p:extLst>
      <p:ext uri="{BB962C8B-B14F-4D97-AF65-F5344CB8AC3E}">
        <p14:creationId xmlns:p14="http://schemas.microsoft.com/office/powerpoint/2010/main" val="676390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E6B16-7892-4647-8DD4-8C6F22B6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Public examples become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03C46-CA82-4C59-B28D-73D32BCF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Current-release fixes and SDK-dependent improvements are clearly separated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7AE1D-2936-4C66-B4B5-0782A5A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D1A3B-3A19-46EF-AEF5-F41125E4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Get Started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076F5-F783-4C95-9EAA-83941C99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76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Inline fields, inferred replies and checked outcomes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31B33D-6054-4941-9AA1-C38A10D5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MPT issuance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1AD98-AD59-4996-88D9-6AE14F8F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Create, inspect, update and confirm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55B5F-6111-465A-BB5C-8C5DB53A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Send XRP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80CFC8-7123-47C4-B7D0-3961F886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00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Prepare, sign and confirm the same transaction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BCED1-3215-47D6-A10D-A5F2CBEE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Create AMM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19575-A4D9-4F56-B468-DA56867C9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771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Typed setup and a checked result at each step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76AEA-5A2F-45D0-9451-78528706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Five other legacy families and the original broad AMM example still need remediation.</a:t>
            </a:r>
          </a:p>
        </p:txBody>
      </p:sp>
    </p:spTree>
    <p:extLst>
      <p:ext uri="{BB962C8B-B14F-4D97-AF65-F5344CB8AC3E}">
        <p14:creationId xmlns:p14="http://schemas.microsoft.com/office/powerpoint/2010/main" val="10542564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8A3353-3007-4659-AD62-B12E6B6D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Apply the same standard broadly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43E67-D064-43FF-AAE9-1C305311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9C44BB-44F4-43C6-B542-F5A21F68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Events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CB688-A8F9-4C85-8693-E3B96991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Consistent payload types for on, once and aliases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00E98-01F8-47D5-825E-B12690A8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Pagination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387A9-7BF4-40FE-9636-01862AD6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Supported commands with predictable defaults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5F9D2-79A9-4ECA-9D21-3986D782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Recovery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EE18A-2BE5-4B47-ADB4-70601CC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8620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Checked error fields and validated decoding paths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0CD7A-F56A-4988-A9A9-F40C35FE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Value handling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6D55F-5D2D-45FC-9648-E4AAE0D8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81550"/>
            <a:ext cx="7381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Exact values and an explicit MPT support contract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4704D-5413-4017-AFDF-BB6CFFEB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The register distinguishes compiler, source, mock, synthetic and ledger evidence.</a:t>
            </a:r>
          </a:p>
        </p:txBody>
      </p:sp>
    </p:spTree>
    <p:extLst>
      <p:ext uri="{BB962C8B-B14F-4D97-AF65-F5344CB8AC3E}">
        <p14:creationId xmlns:p14="http://schemas.microsoft.com/office/powerpoint/2010/main" val="19137271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8852E3-FC2D-4ED7-AE53-AA70647E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Make improvement repeatable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3994C-55DC-43B5-9F66-811F05EB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DF466-3375-4257-B7E8-0963D5F8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582C4-98F0-47B8-B64B-79D31B78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Restore accurate guidance in the published declarations.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F07AA9-AA9D-4409-8077-B980FE60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384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FE8BCA-F2CC-4A9F-8485-B37E7DE1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Review and release coherent input, query and lifecycle types.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CE7D57-1E5E-42F3-A482-2D1D2F1B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97FC2-583C-4586-A7A8-EC0F1640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3382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Maintain executable examples and matching tutorials.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1B411-DA4F-44CA-9B90-6BD1436D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29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23140-7B4B-49DB-9E01-B86F4B9F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29175"/>
            <a:ext cx="971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Check package consumers and teaching journeys on each release.</a:t>
            </a:r>
          </a:p>
        </p:txBody>
      </p:sp>
    </p:spTree>
    <p:extLst>
      <p:ext uri="{BB962C8B-B14F-4D97-AF65-F5344CB8AC3E}">
        <p14:creationId xmlns:p14="http://schemas.microsoft.com/office/powerpoint/2010/main" val="21200125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D84BE-8BCD-42C0-8882-7E6C89CB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A sustained DevX partnership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0068A-D368-4750-9EE6-C27215FE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aha   /   Ripple DevRel   /  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4748E-8E90-46F4-A977-A930310E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620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Begin with an agreed xrpl.js implementation scope</a:t>
            </a:r>
          </a:p>
          <a:p xmlns:a="http://schemas.openxmlformats.org/drawingml/2006/main">
            <a:pPr>
              <a:def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D7479"/>
                </a:solidFill>
                <a:latin typeface="Helvetica Neue"/>
                <a:ea typeface="Helvetica Neue"/>
                <a:cs typeface="Helvetica Neue"/>
              </a:rPr>
              <a:t>and clear release acceptance checks.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CB529-0B7D-4F50-96F3-E0D0B82C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Ongoing work</a:t>
            </a:r>
          </a:p>
          <a:p xmlns:a="http://schemas.openxmlformats.org/drawingml/2006/main">
            <a:pPr>
              <a:def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2F3F"/>
                </a:solidFill>
                <a:latin typeface="Helvetica Neue"/>
                <a:ea typeface="Helvetica Neue"/>
                <a:cs typeface="Helvetica Neue"/>
              </a:rPr>
              <a:t>SDK ergonomics, examples, documentation and regression prevention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D94FE-7AC4-43F8-B8B0-90B3E586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Next audit</a:t>
            </a:r>
          </a:p>
          <a:p xmlns:a="http://schemas.openxmlformats.org/drawingml/2006/main">
            <a:pPr>
              <a:def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06471"/>
                </a:solidFill>
                <a:latin typeface="Helvetica Neue"/>
                <a:ea typeface="Helvetica Neue"/>
                <a:cs typeface="Helvetica Neue"/>
              </a:rPr>
              <a:t>Rust crate API and CLI developer experience</a:t>
            </a:r>
          </a:p>
        </p:txBody>
      </p:sp>
    </p:spTree>
    <p:extLst>
      <p:ext uri="{BB962C8B-B14F-4D97-AF65-F5344CB8AC3E}">
        <p14:creationId xmlns:p14="http://schemas.microsoft.com/office/powerpoint/2010/main" val="2923832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2026-09-22T17:04:49.6370000Z</dcterms:created>
  <dcterms:modified xsi:type="dcterms:W3CDTF">2026-09-22T17:04:49.6370000Z</dcterms:modified>
</coreProperties>
</file>